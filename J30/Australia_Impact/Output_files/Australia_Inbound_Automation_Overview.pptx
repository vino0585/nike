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0"/>
    <p:restoredTop sz="94699"/>
  </p:normalViewPr>
  <p:slideViewPr>
    <p:cSldViewPr snapToGrid="0" snapToObjects="1">
      <p:cViewPr varScale="1">
        <p:scale>
          <a:sx n="147" d="100"/>
          <a:sy n="147" d="100"/>
        </p:scale>
        <p:origin x="216" y="1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111111"/>
                </a:solidFill>
              </a:defRPr>
            </a:pPr>
            <a:r>
              <a:t>Australia Inbound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55555"/>
                </a:solidFill>
              </a:defRPr>
            </a:pPr>
            <a:r>
              <a:t>Salient features, architecture, and execution outcomes</a:t>
            </a:r>
          </a:p>
          <a:p>
            <a:r>
              <a:t>Prepared for team walkthrough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182880"/>
            <a:ext cx="1280160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Objective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Build an Australia-specific inbound automation flow isolated from parent J30 logic.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Use one canonical workbook for all data exchange: Inbound_worksheet.xlsx.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Automate ASN through RF Receiving with robust controls and execution reporting.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Keep solution modular so additional future steps can be plugged in quickly.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What Is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811691" cy="4525963"/>
          </a:xfrm>
        </p:spPr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ASN creation with dynamic LPN generation and worksheet updates.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Inbound delivery creation + ASN association + pre-allocation.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Dock-door availability check with allowed door filtering and stop-on-no-door behavior.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Appointment scheduling + check-in with shared </a:t>
            </a:r>
            <a:r>
              <a:rPr dirty="0" err="1"/>
              <a:t>TrailerId</a:t>
            </a:r>
            <a:r>
              <a:rPr dirty="0"/>
              <a:t> and </a:t>
            </a:r>
            <a:r>
              <a:rPr dirty="0" err="1"/>
              <a:t>AppointmentId</a:t>
            </a:r>
            <a:r>
              <a:rPr dirty="0"/>
              <a:t> capture.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RF receiving workflow: Dock Door -&gt; Shipment -&gt; LPN -&gt; Pallet loop until completion.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111"/>
                </a:solidFill>
              </a:defRPr>
            </a:pPr>
            <a:r>
              <a:t>Automation Flow (Inbound_Master Orchestration)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rPr dirty="0"/>
              <a:t>1) ASN Creation</a:t>
            </a:r>
          </a:p>
        </p:txBody>
      </p:sp>
      <p:sp>
        <p:nvSpPr>
          <p:cNvPr id="5" name="Can 4"/>
          <p:cNvSpPr/>
          <p:nvPr/>
        </p:nvSpPr>
        <p:spPr>
          <a:xfrm>
            <a:off x="210312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rPr dirty="0"/>
              <a:t>2) Pre-Allocate Inbound Delivery</a:t>
            </a:r>
          </a:p>
        </p:txBody>
      </p:sp>
      <p:sp>
        <p:nvSpPr>
          <p:cNvPr id="7" name="Can 6"/>
          <p:cNvSpPr/>
          <p:nvPr/>
        </p:nvSpPr>
        <p:spPr>
          <a:xfrm>
            <a:off x="384048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2336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rPr dirty="0"/>
              <a:t>3) Dock Door Check</a:t>
            </a:r>
          </a:p>
        </p:txBody>
      </p:sp>
      <p:sp>
        <p:nvSpPr>
          <p:cNvPr id="9" name="Can 8"/>
          <p:cNvSpPr/>
          <p:nvPr/>
        </p:nvSpPr>
        <p:spPr>
          <a:xfrm>
            <a:off x="557784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4) Schedule Appointment</a:t>
            </a:r>
          </a:p>
        </p:txBody>
      </p:sp>
      <p:sp>
        <p:nvSpPr>
          <p:cNvPr id="11" name="Can 10"/>
          <p:cNvSpPr/>
          <p:nvPr/>
        </p:nvSpPr>
        <p:spPr>
          <a:xfrm>
            <a:off x="731520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8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5) Check-In</a:t>
            </a:r>
          </a:p>
        </p:txBody>
      </p:sp>
      <p:sp>
        <p:nvSpPr>
          <p:cNvPr id="13" name="Can 12"/>
          <p:cNvSpPr/>
          <p:nvPr/>
        </p:nvSpPr>
        <p:spPr>
          <a:xfrm>
            <a:off x="905256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rPr dirty="0"/>
              <a:t>6) RF Receiving (Thread-scaled)</a:t>
            </a:r>
          </a:p>
        </p:txBody>
      </p:sp>
      <p:sp>
        <p:nvSpPr>
          <p:cNvPr id="15" name="Can 14"/>
          <p:cNvSpPr/>
          <p:nvPr/>
        </p:nvSpPr>
        <p:spPr>
          <a:xfrm>
            <a:off x="10789920" y="1645920"/>
            <a:ext cx="182880" cy="228600"/>
          </a:xfrm>
          <a:prstGeom prst="can">
            <a:avLst/>
          </a:prstGeom>
          <a:solidFill>
            <a:srgbClr val="64646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972800" y="1280160"/>
            <a:ext cx="1554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1E1E"/>
                </a:solidFill>
              </a:defRPr>
            </a:pPr>
            <a:r>
              <a:t>7) Consolidated DOCX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Single canonical worksheet: </a:t>
            </a:r>
            <a:r>
              <a:rPr dirty="0" err="1"/>
              <a:t>Australia_Impact</a:t>
            </a:r>
            <a:r>
              <a:rPr dirty="0"/>
              <a:t>/</a:t>
            </a:r>
            <a:r>
              <a:rPr dirty="0" err="1"/>
              <a:t>Input_files</a:t>
            </a:r>
            <a:r>
              <a:rPr dirty="0"/>
              <a:t>/</a:t>
            </a:r>
            <a:r>
              <a:rPr dirty="0" err="1"/>
              <a:t>Inbound_worksheet.xlsx</a:t>
            </a:r>
            <a:r>
              <a:rPr dirty="0"/>
              <a:t> for all reads/writes.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Australia-only isolation: all logic, payload generators, environment mapping, and outputs remain in </a:t>
            </a:r>
            <a:r>
              <a:rPr dirty="0" err="1"/>
              <a:t>Australia_Impact</a:t>
            </a:r>
            <a:r>
              <a:rPr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Token reuse enabled through shared state cache to avoid repeated authentication calls across steps.</a:t>
            </a:r>
          </a:p>
        </p:txBody>
      </p:sp>
      <p:pic>
        <p:nvPicPr>
          <p:cNvPr id="18" name="Picture 17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Salient Technical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89771" cy="4525963"/>
          </a:xfrm>
        </p:spPr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Persistent state manager for trailer/pallet/sequence counters across runs.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Token cache keyed by </a:t>
            </a:r>
            <a:r>
              <a:rPr dirty="0" err="1"/>
              <a:t>env|plant|username</a:t>
            </a:r>
            <a:r>
              <a:rPr dirty="0"/>
              <a:t> with expiry guard for one-run reuse.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Thread scaling in RF Receiving based on pallet count (up to configurable max threads).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State-machine constrained RF worker transitions with randomized delays.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Dynamic runtime field refresh (timestamps, idempotency keys, user identity).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Controls and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03280" cy="4525963"/>
          </a:xfrm>
        </p:spPr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Hard stop if no dock door is available; downstream steps do not execute.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High-level success/error logs; payload details printed only on failures.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Business IDs persisted back to </a:t>
            </a:r>
            <a:r>
              <a:rPr dirty="0" err="1"/>
              <a:t>MasterInput</a:t>
            </a:r>
            <a:r>
              <a:rPr dirty="0"/>
              <a:t> (</a:t>
            </a:r>
            <a:r>
              <a:rPr dirty="0" err="1"/>
              <a:t>InboundDelivery</a:t>
            </a:r>
            <a:r>
              <a:rPr dirty="0"/>
              <a:t>, </a:t>
            </a:r>
            <a:r>
              <a:rPr dirty="0" err="1"/>
              <a:t>Appt_id</a:t>
            </a:r>
            <a:r>
              <a:rPr dirty="0"/>
              <a:t>, </a:t>
            </a:r>
            <a:r>
              <a:rPr dirty="0" err="1"/>
              <a:t>LocationId</a:t>
            </a:r>
            <a:r>
              <a:rPr dirty="0"/>
              <a:t>, etc.).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Duplicate inbound deliveries removed when consolidating multiple ASN relationships.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Single consolidated DOCX report with page-1 end-to-end summary + per-step details.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Execution Evidence (Latest Full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12286" cy="4525963"/>
          </a:xfrm>
        </p:spPr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Run completed end-to-end with ASN, Inbound Delivery, Appointment, Check-In, and RF Receiving.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RF worker scaling observed: 30 LPNs -&gt; 2 pallets -&gt; 2 concurrent workers.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Parallel worker logs confirmed interleaved step execution for worker-1 and worker-2.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Output summary generated: Inbound_Execution_Summary_20260901_104736.docx.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Presentation deck generated once for team review and can be reused as baseline.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11111"/>
                </a:solidFill>
              </a:defRPr>
            </a:pPr>
            <a:r>
              <a:t>Business Value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64240" cy="4525963"/>
          </a:xfrm>
        </p:spPr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Reduces manual RF process effort and execution variability for QA validation runs.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Improves traceability with standardized inputs, persisted state, and auditable reports.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Supports future expansion: </a:t>
            </a:r>
            <a:r>
              <a:rPr dirty="0" err="1"/>
              <a:t>Droplocation</a:t>
            </a:r>
            <a:r>
              <a:rPr dirty="0"/>
              <a:t>, </a:t>
            </a:r>
            <a:r>
              <a:rPr dirty="0" err="1"/>
              <a:t>PutawayComplete</a:t>
            </a:r>
            <a:r>
              <a:rPr dirty="0"/>
              <a:t>, </a:t>
            </a:r>
            <a:r>
              <a:rPr dirty="0" err="1"/>
              <a:t>ASNVerification</a:t>
            </a:r>
            <a:r>
              <a:rPr dirty="0"/>
              <a:t>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Recommended next validation: run &gt;40 LPN scenario to demonstrate 3-thread scaling.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Deck generated on: 2026-09-01 11:05:03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509</Words>
  <Application>Microsoft Macintosh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Australia Inbound Automation</vt:lpstr>
      <vt:lpstr>Objective and Scope</vt:lpstr>
      <vt:lpstr>What Is Automated</vt:lpstr>
      <vt:lpstr>PowerPoint Presentation</vt:lpstr>
      <vt:lpstr>Salient Technical Features</vt:lpstr>
      <vt:lpstr>Controls and Reliability</vt:lpstr>
      <vt:lpstr>Execution Evidence (Latest Full Run)</vt:lpstr>
      <vt:lpstr>Business Value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Ganapathy, Vinothkumar</cp:lastModifiedBy>
  <cp:revision>2</cp:revision>
  <dcterms:created xsi:type="dcterms:W3CDTF">2013-01-27T09:14:16Z</dcterms:created>
  <dcterms:modified xsi:type="dcterms:W3CDTF">2026-09-01T15:13:28Z</dcterms:modified>
  <cp:category/>
</cp:coreProperties>
</file>