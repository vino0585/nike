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896600" cy="1470025"/>
          </a:xfrm>
        </p:spPr>
        <p:txBody>
          <a:bodyPr/>
          <a:lstStyle/>
          <a:p>
            <a:pPr>
              <a:defRPr sz="4000" b="1">
                <a:solidFill>
                  <a:srgbClr val="161616"/>
                </a:solidFill>
              </a:defRPr>
            </a:pPr>
            <a:r>
              <a:rPr dirty="0"/>
              <a:t>Australia Inbound Automation - Leadership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4012" y="3600450"/>
            <a:ext cx="6400800" cy="1752600"/>
          </a:xfrm>
        </p:spPr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rPr lang="en-US" dirty="0"/>
              <a:t>V</a:t>
            </a:r>
            <a:r>
              <a:rPr dirty="0"/>
              <a:t>alue delivered and next scale actions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182880"/>
            <a:ext cx="1234440" cy="694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02882"/>
            <a:ext cx="8229600" cy="1143000"/>
          </a:xfrm>
        </p:spPr>
        <p:txBody>
          <a:bodyPr/>
          <a:lstStyle/>
          <a:p>
            <a:pPr>
              <a:defRPr sz="3100" b="1">
                <a:solidFill>
                  <a:srgbClr val="161616"/>
                </a:solidFill>
              </a:defRPr>
            </a:pPr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731625" cy="4525963"/>
          </a:xfrm>
        </p:spPr>
        <p:txBody>
          <a:bodyPr/>
          <a:lstStyle/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Australia inbound flow is now automated end-to-end from ASN creation to check-out and dock release.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Execution is controlled by worksheet flags, enabling both full-cycle and targeted runs.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Latest full run completed successfully with consolidated evidence in one Word report.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Automation improves repeatability, speed, and test governance for QA and business readiness.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182880"/>
            <a:ext cx="1051560" cy="591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182880"/>
            <a:ext cx="8229600" cy="1143000"/>
          </a:xfrm>
        </p:spPr>
        <p:txBody>
          <a:bodyPr/>
          <a:lstStyle/>
          <a:p>
            <a:pPr>
              <a:defRPr sz="3100" b="1">
                <a:solidFill>
                  <a:srgbClr val="161616"/>
                </a:solidFill>
              </a:defRPr>
            </a:pPr>
            <a:r>
              <a:rPr dirty="0"/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188262" cy="4525963"/>
          </a:xfrm>
        </p:spPr>
        <p:txBody>
          <a:bodyPr/>
          <a:lstStyle/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Manual full-cycle test typically takes ~45 minutes versus ~12 minutes supervised automation.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Estimated saving: ~33 minutes per cycle, ~3.9 hours per weekly 7-cycle regression batch.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Annualized opportunity: ~200+ QA hours reclaimed for higher-value test design and analysis.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Reduced variability lowers operational risk and improves release confidence.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182880"/>
            <a:ext cx="1051560" cy="5915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316679"/>
            <a:ext cx="8229600" cy="1143000"/>
          </a:xfrm>
        </p:spPr>
        <p:txBody>
          <a:bodyPr/>
          <a:lstStyle/>
          <a:p>
            <a:pPr>
              <a:defRPr sz="3100" b="1">
                <a:solidFill>
                  <a:srgbClr val="161616"/>
                </a:solidFill>
              </a:defRPr>
            </a:pPr>
            <a:r>
              <a:rPr dirty="0"/>
              <a:t>Proof of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566634" cy="4525963"/>
          </a:xfrm>
        </p:spPr>
        <p:txBody>
          <a:bodyPr/>
          <a:lstStyle/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Automated stages: ASN, Pre-Allocate, Appointment, Check-In, RF Receiving, Locate, Putaway, ASN Verify, Check-Out, Dock Release.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Adaptive handling included: alternate drop-location retry on capacity-full responses.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Data continuity maintained via worksheet/state write-backs for ASN, delivery, appointment, pallet, and locations.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Evidence artifact: Inbound_Execution_Summary_20260903_203650.docx with all steps captured.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182880"/>
            <a:ext cx="1051560" cy="5915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386" y="182880"/>
            <a:ext cx="8229600" cy="1143000"/>
          </a:xfrm>
        </p:spPr>
        <p:txBody>
          <a:bodyPr/>
          <a:lstStyle/>
          <a:p>
            <a:pPr>
              <a:defRPr sz="3100" b="1">
                <a:solidFill>
                  <a:srgbClr val="161616"/>
                </a:solidFill>
              </a:defRPr>
            </a:pPr>
            <a:r>
              <a:rPr dirty="0"/>
              <a:t>Decision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731625" cy="4525963"/>
          </a:xfrm>
        </p:spPr>
        <p:txBody>
          <a:bodyPr/>
          <a:lstStyle/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Adopt this automation as the standard Australia inbound regression baseline.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Track cycle-time and failure-pattern metrics over 2-3 weeks to convert estimated ROI to measured ROI.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Define production hardening checklist: alerting, trend dashboard, and rollback playbook.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Sponsor ask: approve broader rollout and recurring usage in QA cadence.</a:t>
            </a:r>
          </a:p>
          <a:p>
            <a:pPr>
              <a:defRPr sz="2100">
                <a:solidFill>
                  <a:srgbClr val="2D2D2D"/>
                </a:solidFill>
              </a:defRPr>
            </a:pPr>
            <a:r>
              <a:rPr dirty="0"/>
              <a:t>Prepared on 2026-09-03 20:42:44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182880"/>
            <a:ext cx="1051560" cy="591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273</Words>
  <Application>Microsoft Macintosh PowerPoint</Application>
  <PresentationFormat>Custom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Australia Inbound Automation - Leadership Brief</vt:lpstr>
      <vt:lpstr>Executive Summary</vt:lpstr>
      <vt:lpstr>Business Impact</vt:lpstr>
      <vt:lpstr>Proof of Delivery</vt:lpstr>
      <vt:lpstr>Decision and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Ganapathy, Vinothkumar</cp:lastModifiedBy>
  <cp:revision>2</cp:revision>
  <dcterms:created xsi:type="dcterms:W3CDTF">2013-01-27T09:14:16Z</dcterms:created>
  <dcterms:modified xsi:type="dcterms:W3CDTF">2026-09-04T00:45:17Z</dcterms:modified>
  <cp:category/>
</cp:coreProperties>
</file>